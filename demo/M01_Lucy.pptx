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notesMasterIdLst>
    <p:notesMasterId r:id="rId12"/>
  </p:notesMasterIdLst>
  <p:sldIdLst>
    <p:sldId id="256" r:id="rId2"/>
    <p:sldId id="262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B81F5-847C-4F18-9546-9DCB041336CA}" v="30" dt="2026-06-15T01:13:49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83" autoAdjust="0"/>
  </p:normalViewPr>
  <p:slideViewPr>
    <p:cSldViewPr snapToGrid="0">
      <p:cViewPr varScale="1">
        <p:scale>
          <a:sx n="100" d="100"/>
          <a:sy n="100" d="100"/>
        </p:scale>
        <p:origin x="96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annan Zhang" userId="c406f8ee-f7f4-4a8c-a91d-5d40a79d6285" providerId="ADAL" clId="{78D7A95E-A319-4048-B4EE-C1A57418D4E5}"/>
    <pc:docChg chg="undo custSel addSld delSld modSld sldOrd">
      <pc:chgData name="Guannan Zhang" userId="c406f8ee-f7f4-4a8c-a91d-5d40a79d6285" providerId="ADAL" clId="{78D7A95E-A319-4048-B4EE-C1A57418D4E5}" dt="2026-06-15T01:18:12.513" v="506" actId="20577"/>
      <pc:docMkLst>
        <pc:docMk/>
      </pc:docMkLst>
      <pc:sldChg chg="modSp mod">
        <pc:chgData name="Guannan Zhang" userId="c406f8ee-f7f4-4a8c-a91d-5d40a79d6285" providerId="ADAL" clId="{78D7A95E-A319-4048-B4EE-C1A57418D4E5}" dt="2026-06-15T00:53:19.289" v="29" actId="20577"/>
        <pc:sldMkLst>
          <pc:docMk/>
          <pc:sldMk cId="1671203715" sldId="261"/>
        </pc:sldMkLst>
        <pc:spChg chg="mod">
          <ac:chgData name="Guannan Zhang" userId="c406f8ee-f7f4-4a8c-a91d-5d40a79d6285" providerId="ADAL" clId="{78D7A95E-A319-4048-B4EE-C1A57418D4E5}" dt="2026-06-15T00:53:19.289" v="29" actId="20577"/>
          <ac:spMkLst>
            <pc:docMk/>
            <pc:sldMk cId="1671203715" sldId="261"/>
            <ac:spMk id="3" creationId="{B64633DF-C084-35FE-F81F-A23240D3561D}"/>
          </ac:spMkLst>
        </pc:spChg>
      </pc:sldChg>
      <pc:sldChg chg="modSp add mod ord">
        <pc:chgData name="Guannan Zhang" userId="c406f8ee-f7f4-4a8c-a91d-5d40a79d6285" providerId="ADAL" clId="{78D7A95E-A319-4048-B4EE-C1A57418D4E5}" dt="2026-06-15T00:44:49.940" v="3" actId="20577"/>
        <pc:sldMkLst>
          <pc:docMk/>
          <pc:sldMk cId="3392124252" sldId="262"/>
        </pc:sldMkLst>
        <pc:spChg chg="mod">
          <ac:chgData name="Guannan Zhang" userId="c406f8ee-f7f4-4a8c-a91d-5d40a79d6285" providerId="ADAL" clId="{78D7A95E-A319-4048-B4EE-C1A57418D4E5}" dt="2026-06-15T00:44:49.940" v="3" actId="20577"/>
          <ac:spMkLst>
            <pc:docMk/>
            <pc:sldMk cId="3392124252" sldId="262"/>
            <ac:spMk id="3" creationId="{A4D6DF0A-6832-8091-D201-ADBEC14F669E}"/>
          </ac:spMkLst>
        </pc:spChg>
      </pc:sldChg>
      <pc:sldChg chg="modSp new mod">
        <pc:chgData name="Guannan Zhang" userId="c406f8ee-f7f4-4a8c-a91d-5d40a79d6285" providerId="ADAL" clId="{78D7A95E-A319-4048-B4EE-C1A57418D4E5}" dt="2026-06-15T00:51:24.180" v="14" actId="5793"/>
        <pc:sldMkLst>
          <pc:docMk/>
          <pc:sldMk cId="1772566916" sldId="263"/>
        </pc:sldMkLst>
        <pc:spChg chg="mod">
          <ac:chgData name="Guannan Zhang" userId="c406f8ee-f7f4-4a8c-a91d-5d40a79d6285" providerId="ADAL" clId="{78D7A95E-A319-4048-B4EE-C1A57418D4E5}" dt="2026-06-15T00:50:53.130" v="8" actId="20577"/>
          <ac:spMkLst>
            <pc:docMk/>
            <pc:sldMk cId="1772566916" sldId="263"/>
            <ac:spMk id="2" creationId="{CB3A805F-F209-1217-9FF5-DE017FF38698}"/>
          </ac:spMkLst>
        </pc:spChg>
        <pc:spChg chg="mod">
          <ac:chgData name="Guannan Zhang" userId="c406f8ee-f7f4-4a8c-a91d-5d40a79d6285" providerId="ADAL" clId="{78D7A95E-A319-4048-B4EE-C1A57418D4E5}" dt="2026-06-15T00:51:24.180" v="14" actId="5793"/>
          <ac:spMkLst>
            <pc:docMk/>
            <pc:sldMk cId="1772566916" sldId="263"/>
            <ac:spMk id="3" creationId="{D652DEEC-AF41-EE87-F303-A2ADBB223061}"/>
          </ac:spMkLst>
        </pc:spChg>
      </pc:sldChg>
      <pc:sldChg chg="modSp new mod">
        <pc:chgData name="Guannan Zhang" userId="c406f8ee-f7f4-4a8c-a91d-5d40a79d6285" providerId="ADAL" clId="{78D7A95E-A319-4048-B4EE-C1A57418D4E5}" dt="2026-06-15T01:05:40.562" v="232" actId="20577"/>
        <pc:sldMkLst>
          <pc:docMk/>
          <pc:sldMk cId="4119464680" sldId="264"/>
        </pc:sldMkLst>
        <pc:spChg chg="mod">
          <ac:chgData name="Guannan Zhang" userId="c406f8ee-f7f4-4a8c-a91d-5d40a79d6285" providerId="ADAL" clId="{78D7A95E-A319-4048-B4EE-C1A57418D4E5}" dt="2026-06-15T01:05:30.243" v="226" actId="20577"/>
          <ac:spMkLst>
            <pc:docMk/>
            <pc:sldMk cId="4119464680" sldId="264"/>
            <ac:spMk id="2" creationId="{86BF6B62-64DE-1222-3B98-809B87A48763}"/>
          </ac:spMkLst>
        </pc:spChg>
        <pc:spChg chg="mod">
          <ac:chgData name="Guannan Zhang" userId="c406f8ee-f7f4-4a8c-a91d-5d40a79d6285" providerId="ADAL" clId="{78D7A95E-A319-4048-B4EE-C1A57418D4E5}" dt="2026-06-15T01:05:40.562" v="232" actId="20577"/>
          <ac:spMkLst>
            <pc:docMk/>
            <pc:sldMk cId="4119464680" sldId="264"/>
            <ac:spMk id="3" creationId="{EA500D98-CB24-51EF-1485-11EF565EAF00}"/>
          </ac:spMkLst>
        </pc:spChg>
      </pc:sldChg>
      <pc:sldChg chg="modSp add mod">
        <pc:chgData name="Guannan Zhang" userId="c406f8ee-f7f4-4a8c-a91d-5d40a79d6285" providerId="ADAL" clId="{78D7A95E-A319-4048-B4EE-C1A57418D4E5}" dt="2026-06-15T01:09:35.851" v="268" actId="20577"/>
        <pc:sldMkLst>
          <pc:docMk/>
          <pc:sldMk cId="4150034252" sldId="265"/>
        </pc:sldMkLst>
        <pc:spChg chg="mod">
          <ac:chgData name="Guannan Zhang" userId="c406f8ee-f7f4-4a8c-a91d-5d40a79d6285" providerId="ADAL" clId="{78D7A95E-A319-4048-B4EE-C1A57418D4E5}" dt="2026-06-15T01:09:35.851" v="268" actId="20577"/>
          <ac:spMkLst>
            <pc:docMk/>
            <pc:sldMk cId="4150034252" sldId="265"/>
            <ac:spMk id="3" creationId="{6F1BFBEC-1834-D8C0-5765-0FA85043F1E5}"/>
          </ac:spMkLst>
        </pc:spChg>
      </pc:sldChg>
      <pc:sldChg chg="addSp delSp modSp new mod">
        <pc:chgData name="Guannan Zhang" userId="c406f8ee-f7f4-4a8c-a91d-5d40a79d6285" providerId="ADAL" clId="{78D7A95E-A319-4048-B4EE-C1A57418D4E5}" dt="2026-06-15T01:13:14.842" v="427" actId="255"/>
        <pc:sldMkLst>
          <pc:docMk/>
          <pc:sldMk cId="1583178670" sldId="266"/>
        </pc:sldMkLst>
        <pc:spChg chg="del">
          <ac:chgData name="Guannan Zhang" userId="c406f8ee-f7f4-4a8c-a91d-5d40a79d6285" providerId="ADAL" clId="{78D7A95E-A319-4048-B4EE-C1A57418D4E5}" dt="2026-06-15T01:10:20.016" v="271" actId="478"/>
          <ac:spMkLst>
            <pc:docMk/>
            <pc:sldMk cId="1583178670" sldId="266"/>
            <ac:spMk id="2" creationId="{C989241F-9DD2-EF3A-85EF-7A819939C258}"/>
          </ac:spMkLst>
        </pc:spChg>
        <pc:spChg chg="mod">
          <ac:chgData name="Guannan Zhang" userId="c406f8ee-f7f4-4a8c-a91d-5d40a79d6285" providerId="ADAL" clId="{78D7A95E-A319-4048-B4EE-C1A57418D4E5}" dt="2026-06-15T01:13:14.842" v="427" actId="255"/>
          <ac:spMkLst>
            <pc:docMk/>
            <pc:sldMk cId="1583178670" sldId="266"/>
            <ac:spMk id="3" creationId="{8BDEAA45-178F-21AF-F4B7-B73C3A5B3BA4}"/>
          </ac:spMkLst>
        </pc:spChg>
        <pc:picChg chg="add mod">
          <ac:chgData name="Guannan Zhang" userId="c406f8ee-f7f4-4a8c-a91d-5d40a79d6285" providerId="ADAL" clId="{78D7A95E-A319-4048-B4EE-C1A57418D4E5}" dt="2026-06-15T01:11:45.740" v="383" actId="14100"/>
          <ac:picMkLst>
            <pc:docMk/>
            <pc:sldMk cId="1583178670" sldId="266"/>
            <ac:picMk id="4" creationId="{B230336C-6572-EACA-B429-B8235879EEE4}"/>
          </ac:picMkLst>
        </pc:picChg>
      </pc:sldChg>
      <pc:sldChg chg="addSp delSp modSp add mod">
        <pc:chgData name="Guannan Zhang" userId="c406f8ee-f7f4-4a8c-a91d-5d40a79d6285" providerId="ADAL" clId="{78D7A95E-A319-4048-B4EE-C1A57418D4E5}" dt="2026-06-15T01:18:12.513" v="506" actId="20577"/>
        <pc:sldMkLst>
          <pc:docMk/>
          <pc:sldMk cId="133505917" sldId="267"/>
        </pc:sldMkLst>
        <pc:spChg chg="mod">
          <ac:chgData name="Guannan Zhang" userId="c406f8ee-f7f4-4a8c-a91d-5d40a79d6285" providerId="ADAL" clId="{78D7A95E-A319-4048-B4EE-C1A57418D4E5}" dt="2026-06-15T01:18:12.513" v="506" actId="20577"/>
          <ac:spMkLst>
            <pc:docMk/>
            <pc:sldMk cId="133505917" sldId="267"/>
            <ac:spMk id="3" creationId="{36AE4A35-7BA2-6B77-AA8B-E4CAF6DB78C9}"/>
          </ac:spMkLst>
        </pc:spChg>
        <pc:picChg chg="del">
          <ac:chgData name="Guannan Zhang" userId="c406f8ee-f7f4-4a8c-a91d-5d40a79d6285" providerId="ADAL" clId="{78D7A95E-A319-4048-B4EE-C1A57418D4E5}" dt="2026-06-15T01:13:40.908" v="485" actId="478"/>
          <ac:picMkLst>
            <pc:docMk/>
            <pc:sldMk cId="133505917" sldId="267"/>
            <ac:picMk id="4" creationId="{92049FFE-8701-6BBF-FA86-7842406C09FD}"/>
          </ac:picMkLst>
        </pc:picChg>
        <pc:picChg chg="add mod">
          <ac:chgData name="Guannan Zhang" userId="c406f8ee-f7f4-4a8c-a91d-5d40a79d6285" providerId="ADAL" clId="{78D7A95E-A319-4048-B4EE-C1A57418D4E5}" dt="2026-06-15T01:13:49.368" v="487" actId="1076"/>
          <ac:picMkLst>
            <pc:docMk/>
            <pc:sldMk cId="133505917" sldId="267"/>
            <ac:picMk id="2050" creationId="{CE0440FC-6CDF-93D7-E465-F8F38913EF86}"/>
          </ac:picMkLst>
        </pc:picChg>
      </pc:sldChg>
      <pc:sldChg chg="modSp add del mod">
        <pc:chgData name="Guannan Zhang" userId="c406f8ee-f7f4-4a8c-a91d-5d40a79d6285" providerId="ADAL" clId="{78D7A95E-A319-4048-B4EE-C1A57418D4E5}" dt="2026-06-15T01:13:02.516" v="425" actId="47"/>
        <pc:sldMkLst>
          <pc:docMk/>
          <pc:sldMk cId="769609517" sldId="267"/>
        </pc:sldMkLst>
        <pc:spChg chg="mod">
          <ac:chgData name="Guannan Zhang" userId="c406f8ee-f7f4-4a8c-a91d-5d40a79d6285" providerId="ADAL" clId="{78D7A95E-A319-4048-B4EE-C1A57418D4E5}" dt="2026-06-15T01:12:53.535" v="424" actId="113"/>
          <ac:spMkLst>
            <pc:docMk/>
            <pc:sldMk cId="769609517" sldId="267"/>
            <ac:spMk id="3" creationId="{F90DD12A-9C6D-A806-B458-74BBAA790606}"/>
          </ac:spMkLst>
        </pc:spChg>
      </pc:sldChg>
      <pc:sldChg chg="addSp delSp modSp add del mod">
        <pc:chgData name="Guannan Zhang" userId="c406f8ee-f7f4-4a8c-a91d-5d40a79d6285" providerId="ADAL" clId="{78D7A95E-A319-4048-B4EE-C1A57418D4E5}" dt="2026-06-15T01:12:42.028" v="421" actId="47"/>
        <pc:sldMkLst>
          <pc:docMk/>
          <pc:sldMk cId="3007938605" sldId="267"/>
        </pc:sldMkLst>
        <pc:picChg chg="del">
          <ac:chgData name="Guannan Zhang" userId="c406f8ee-f7f4-4a8c-a91d-5d40a79d6285" providerId="ADAL" clId="{78D7A95E-A319-4048-B4EE-C1A57418D4E5}" dt="2026-06-15T01:12:04.390" v="417" actId="478"/>
          <ac:picMkLst>
            <pc:docMk/>
            <pc:sldMk cId="3007938605" sldId="267"/>
            <ac:picMk id="4" creationId="{100E7056-B2CF-3A56-3419-CAE1D0D14144}"/>
          </ac:picMkLst>
        </pc:picChg>
        <pc:picChg chg="add mod">
          <ac:chgData name="Guannan Zhang" userId="c406f8ee-f7f4-4a8c-a91d-5d40a79d6285" providerId="ADAL" clId="{78D7A95E-A319-4048-B4EE-C1A57418D4E5}" dt="2026-06-15T01:12:27.796" v="419" actId="1076"/>
          <ac:picMkLst>
            <pc:docMk/>
            <pc:sldMk cId="3007938605" sldId="267"/>
            <ac:picMk id="1026" creationId="{DCC118D1-8C29-C1FD-EE2A-F076446F2D31}"/>
          </ac:picMkLst>
        </pc:picChg>
      </pc:sldChg>
      <pc:sldChg chg="add del">
        <pc:chgData name="Guannan Zhang" userId="c406f8ee-f7f4-4a8c-a91d-5d40a79d6285" providerId="ADAL" clId="{78D7A95E-A319-4048-B4EE-C1A57418D4E5}" dt="2026-06-15T01:13:17.128" v="428" actId="47"/>
        <pc:sldMkLst>
          <pc:docMk/>
          <pc:sldMk cId="356022513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54932-0926-496D-B3B8-9E556789C78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7E691-DB9C-4894-8B14-58DBE5DAE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5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E691-DB9C-4894-8B14-58DBE5DAE5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37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67B0-44AE-F8C8-32D7-9313B1102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8E6B7-B6C5-A145-9E3E-BCD91EF97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4E9AE-CABE-9311-2F50-157031F8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E0C9E-2E99-998F-6E2F-FB0E9C67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C021E-BE75-3F81-9CAE-A06843E8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9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1A3C-6BD2-F735-B61E-C1A8FDCD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A30B9-1754-CE39-FC49-B27AAB2F1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7AE9-8AAE-9634-6BB3-B3769947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326F-019E-47CD-80A1-2CA74511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AD221-7CFB-085A-6112-A7E10C67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8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6A1A-6481-B190-AC4C-9B0D5706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6FE45-79C5-280D-B4AB-89812F80E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F89A6-713E-ECA4-AF20-99118C6C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C9A88-323D-9C9F-A35C-CC20C08A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403E8-2D4B-B357-943A-FD4FC10F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0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B5A1-6A1A-6B59-F9C3-E6A8B55B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68081-A23B-7E56-FAD2-079BF7166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36FE9-7DAA-1051-8F3F-7E203E305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259E7-B2E7-16FF-FD94-BCE45D93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73049-96FD-6D8E-4AD5-692458AE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9883B-597D-6D6F-B4CE-D0E821B9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4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D0C7-2365-FC8A-8333-C2CBF572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9430A-1EC5-7087-6279-45ACF46D0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43ACD-4767-3E9F-F283-772271D60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C3B6BE-9AD8-FB31-6CA2-217C40681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00357-A8DE-EDCA-EA10-7E3382EC5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D1A2D-C4E5-078A-E799-B4315514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BBB48D-A2F3-A223-C6F0-57ED34A3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1AE13-70C3-5BD7-469A-F316089D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0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7174-467C-4187-ECE0-9136B0AC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DBB7C-C1D0-DB72-F083-5EEBF81B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6D14E-A6EC-F4CA-4001-C55ED370F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D3D01-C6AC-C195-01B9-56A0D99E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0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9D381-B08C-FBD1-5430-533EEB05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9FD8E5-0926-A0DD-1DD1-31CFB8B4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52E18-3030-2470-47AB-CEF16BF7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98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5F56E-6963-1637-6A06-D825AF9F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61CA-4A0D-63BC-F01B-5B66FCE88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B4BBB-FC9D-0EEA-9548-B6EA48789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0DEC5-A0C4-A959-F928-A026FE52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8DE06-DEA7-E76C-98E1-96550DEF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223C7-54EF-2F3B-B998-AD268F16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4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D20E-8B8C-EED3-6AED-DA9E8581A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376C5-6316-0050-8DC8-633C491CB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7EECF-4FC1-1227-76AC-79F7AD05A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8E76B-9D55-A303-1326-B0ED654CB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D400F-D7A2-2FB5-44F6-83ED6DE36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ED8E7-F601-719F-70F2-BED3C8E6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2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DD98-A216-4F2B-E314-89A056A1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B9429-715D-7608-3D37-AF301D5CE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EB24A-77DE-C030-6EE0-2CE9AD8B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E9BDE-9FE9-3EF2-C05F-FF7CFB38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3A8A7-1EC4-CF2D-7061-44F57EFB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8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965CF6-C14D-624A-2FD1-62A9FC903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2343D-A267-A865-7636-8E30F4B5E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00E90-A1A7-6A12-1A6D-958D0D8C7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F0AB2-BD4F-A3CC-EAEB-89321C43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A614B-FD55-0EEB-47FE-24347651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6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61879-4FFE-A294-E57E-82186C0C6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3AAF7-22E0-7D84-6BEC-A1AB3B3CD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DCFF0-F11D-98BF-6445-3E08AAA80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88E45-D95B-43C5-889F-95E9784A80F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63F88-5E6C-BF96-1395-C05722A28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E8C6-F916-C15F-01F3-701BE7E3C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74A12-85EF-402B-B6CD-9958FAAD43A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30DF87-A88B-3742-EE18-F34D508B36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14192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CPKC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0885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trans="70000"/>
                    </a14:imgEffect>
                  </a14:imgLayer>
                </a14:imgProps>
              </a:ext>
            </a:extLst>
          </a:blip>
          <a:srcRect/>
          <a:stretch>
            <a:fillRect t="-11000" b="-5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9A92-3F29-80F3-6A77-CFCCDBE66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3428" y="5373414"/>
            <a:ext cx="7270750" cy="1247378"/>
          </a:xfrm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50800" dir="5400000" algn="ctr" rotWithShape="0">
              <a:schemeClr val="tx2">
                <a:lumMod val="10000"/>
                <a:lumOff val="90000"/>
              </a:schemeClr>
            </a:outerShdw>
            <a:softEdge rad="1270000"/>
          </a:effectLst>
        </p:spPr>
        <p:txBody>
          <a:bodyPr>
            <a:normAutofit/>
          </a:bodyPr>
          <a:lstStyle/>
          <a:p>
            <a:r>
              <a:rPr lang="en-US" sz="7500" dirty="0">
                <a:solidFill>
                  <a:schemeClr val="bg1">
                    <a:lumMod val="8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  <a:cs typeface="Dreaming Outloud Pro" panose="020F0502020204030204" pitchFamily="66" charset="0"/>
              </a:rPr>
              <a:t>M01 L</a:t>
            </a:r>
            <a:r>
              <a:rPr lang="en-US" altLang="zh-CN" sz="7500" dirty="0">
                <a:solidFill>
                  <a:schemeClr val="bg1">
                    <a:lumMod val="8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  <a:cs typeface="Dreaming Outloud Pro" panose="020F0502020204030204" pitchFamily="66" charset="0"/>
              </a:rPr>
              <a:t>UCY</a:t>
            </a:r>
            <a:endParaRPr lang="en-US" sz="7500" dirty="0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  <a:cs typeface="Dreaming Outloud Pro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23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C73C-1399-AC2C-9398-CDDFB3AE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97F5-0ADF-D630-50AA-BF873B84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Human-to-agent instruction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6DF0A-6832-8091-D201-ADBEC14F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5038724"/>
          </a:xfrm>
        </p:spPr>
        <p:txBody>
          <a:bodyPr>
            <a:norm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92124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0B394-D522-DD45-4092-37D94F77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4564-F5F7-54CA-92CE-39865C03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Human-to-agent instruction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7F1F0-48B9-7761-BE70-8BBD9772B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5038724"/>
          </a:xfrm>
        </p:spPr>
        <p:txBody>
          <a:bodyPr>
            <a:normAutofit/>
          </a:bodyPr>
          <a:lstStyle/>
          <a:p>
            <a:r>
              <a:rPr lang="en-US" sz="1400" dirty="0"/>
              <a:t>Thought partner (FDC)</a:t>
            </a:r>
          </a:p>
          <a:p>
            <a:pPr lvl="1"/>
            <a:r>
              <a:rPr lang="en-US" sz="1400" dirty="0"/>
              <a:t>Facts</a:t>
            </a:r>
          </a:p>
          <a:p>
            <a:pPr lvl="1"/>
            <a:r>
              <a:rPr lang="en-US" sz="1400" dirty="0"/>
              <a:t>Dimensions</a:t>
            </a:r>
          </a:p>
          <a:p>
            <a:pPr lvl="1"/>
            <a:r>
              <a:rPr lang="en-US" sz="1400" dirty="0"/>
              <a:t>Chains</a:t>
            </a:r>
          </a:p>
        </p:txBody>
      </p:sp>
    </p:spTree>
    <p:extLst>
      <p:ext uri="{BB962C8B-B14F-4D97-AF65-F5344CB8AC3E}">
        <p14:creationId xmlns:p14="http://schemas.microsoft.com/office/powerpoint/2010/main" val="310771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600F-D5C2-5897-7558-3D236932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A432-BF3F-CBFE-ADA3-76320327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Human-to-agent instruction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865E-B127-5DCF-8ECB-F55518D0F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5038724"/>
          </a:xfrm>
        </p:spPr>
        <p:txBody>
          <a:bodyPr>
            <a:normAutofit/>
          </a:bodyPr>
          <a:lstStyle/>
          <a:p>
            <a:r>
              <a:rPr lang="en-US" sz="1400" dirty="0"/>
              <a:t>Thought partner (FDC)</a:t>
            </a:r>
          </a:p>
          <a:p>
            <a:pPr lvl="1"/>
            <a:r>
              <a:rPr lang="en-US" sz="1400" dirty="0"/>
              <a:t>Facts</a:t>
            </a:r>
          </a:p>
          <a:p>
            <a:pPr lvl="1"/>
            <a:r>
              <a:rPr lang="en-US" sz="1400" dirty="0"/>
              <a:t>Dimensions</a:t>
            </a:r>
          </a:p>
          <a:p>
            <a:pPr lvl="1"/>
            <a:r>
              <a:rPr lang="en-US" sz="1400" dirty="0"/>
              <a:t>Chains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sz="1400" dirty="0"/>
              <a:t>Knowledge-as-Agent</a:t>
            </a:r>
          </a:p>
          <a:p>
            <a:pPr lvl="1"/>
            <a:r>
              <a:rPr lang="en-US" sz="1400" dirty="0"/>
              <a:t>deployable AI agent</a:t>
            </a:r>
          </a:p>
          <a:p>
            <a:pPr lvl="1"/>
            <a:r>
              <a:rPr lang="en-US" sz="1400" dirty="0"/>
              <a:t>operational continuity and employee continuity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0096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3A97-3E28-35E8-24EA-DE509C39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333A-A2DD-D195-7032-6D53837B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Human-to-agent instruction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633DF-C084-35FE-F81F-A23240D35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5038724"/>
          </a:xfrm>
        </p:spPr>
        <p:txBody>
          <a:bodyPr>
            <a:normAutofit/>
          </a:bodyPr>
          <a:lstStyle/>
          <a:p>
            <a:r>
              <a:rPr lang="en-US" sz="1400" dirty="0"/>
              <a:t>Thought partner (FDC)</a:t>
            </a:r>
          </a:p>
          <a:p>
            <a:pPr lvl="1"/>
            <a:r>
              <a:rPr lang="en-US" sz="1400" dirty="0"/>
              <a:t>Facts</a:t>
            </a:r>
          </a:p>
          <a:p>
            <a:pPr lvl="1"/>
            <a:r>
              <a:rPr lang="en-US" sz="1400" dirty="0"/>
              <a:t>Dimensions</a:t>
            </a:r>
          </a:p>
          <a:p>
            <a:pPr lvl="1"/>
            <a:r>
              <a:rPr lang="en-US" sz="1400" dirty="0"/>
              <a:t>Chains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sz="1400" dirty="0"/>
              <a:t>Knowledge-as-Agent</a:t>
            </a:r>
          </a:p>
          <a:p>
            <a:pPr lvl="1"/>
            <a:r>
              <a:rPr lang="en-US" sz="1400" dirty="0"/>
              <a:t>deployable AI agent</a:t>
            </a:r>
          </a:p>
          <a:p>
            <a:pPr lvl="1"/>
            <a:r>
              <a:rPr lang="en-US" sz="1400" dirty="0"/>
              <a:t>operational continuity and employee continuity</a:t>
            </a:r>
          </a:p>
          <a:p>
            <a:pPr lvl="1"/>
            <a:endParaRPr lang="en-US" sz="1400" dirty="0"/>
          </a:p>
          <a:p>
            <a:r>
              <a:rPr lang="en-US" sz="1400" dirty="0"/>
              <a:t>AI democratization</a:t>
            </a:r>
          </a:p>
          <a:p>
            <a:pPr lvl="1"/>
            <a:r>
              <a:rPr lang="en-US" sz="1400" dirty="0"/>
              <a:t>Don’t need prompt engineering skills</a:t>
            </a:r>
          </a:p>
          <a:p>
            <a:pPr lvl="1"/>
            <a:r>
              <a:rPr lang="en-US" sz="1400" dirty="0"/>
              <a:t>Don't need a premium license</a:t>
            </a:r>
          </a:p>
        </p:txBody>
      </p:sp>
    </p:spTree>
    <p:extLst>
      <p:ext uri="{BB962C8B-B14F-4D97-AF65-F5344CB8AC3E}">
        <p14:creationId xmlns:p14="http://schemas.microsoft.com/office/powerpoint/2010/main" val="167120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805F-F209-1217-9FF5-DE017FF3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2DEEC-AF41-EE87-F303-A2ADBB22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fictional company called </a:t>
            </a:r>
          </a:p>
          <a:p>
            <a:pPr lvl="1"/>
            <a:r>
              <a:rPr lang="en-US" dirty="0"/>
              <a:t>M01 Lucy Cinemas</a:t>
            </a:r>
          </a:p>
        </p:txBody>
      </p:sp>
    </p:spTree>
    <p:extLst>
      <p:ext uri="{BB962C8B-B14F-4D97-AF65-F5344CB8AC3E}">
        <p14:creationId xmlns:p14="http://schemas.microsoft.com/office/powerpoint/2010/main" val="177256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6B62-64DE-1222-3B98-809B87A4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Democratization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0D98-CB24-51EF-1485-11EF565EA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Accessibility First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M01 Lucy is designed for everyday employees, not AI engineers.</a:t>
            </a:r>
          </a:p>
          <a:p>
            <a:pPr marL="0" indent="0">
              <a:buNone/>
            </a:pPr>
            <a:r>
              <a:rPr lang="en-US" dirty="0"/>
              <a:t>Most employees:</a:t>
            </a:r>
          </a:p>
          <a:p>
            <a:pPr lvl="1"/>
            <a:r>
              <a:rPr lang="en-US" dirty="0"/>
              <a:t>do not have access to premium AI licenses  </a:t>
            </a:r>
          </a:p>
          <a:p>
            <a:pPr lvl="1"/>
            <a:r>
              <a:rPr lang="en-US" dirty="0"/>
              <a:t>do not have prompt engineering experience  </a:t>
            </a:r>
          </a:p>
          <a:p>
            <a:pPr lvl="1"/>
            <a:r>
              <a:rPr lang="en-US" dirty="0"/>
              <a:t>do not know how to structure agent behavior 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46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AA45-178F-21AF-F4B7-B73C3A5B3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1253331"/>
            <a:ext cx="32861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Without M365 Copilot license</a:t>
            </a:r>
          </a:p>
          <a:p>
            <a:endParaRPr lang="en-US" sz="2000" dirty="0"/>
          </a:p>
          <a:p>
            <a:r>
              <a:rPr lang="en-US" sz="2000" dirty="0"/>
              <a:t>M365 Copilot agent builder can only reference public URL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0336C-6572-EACA-B429-B8235879E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964" y="228599"/>
            <a:ext cx="5489061" cy="65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8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46F2-1029-6D88-DCED-4A0D65C31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E4A35-7BA2-6B77-AA8B-E4CAF6DB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1253331"/>
            <a:ext cx="32861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Without M365 Copilot license</a:t>
            </a:r>
          </a:p>
          <a:p>
            <a:endParaRPr lang="en-US" sz="2000" dirty="0"/>
          </a:p>
          <a:p>
            <a:r>
              <a:rPr lang="en-US" sz="2000" dirty="0"/>
              <a:t>M365 Copilot agent builder can only reference public URL</a:t>
            </a:r>
          </a:p>
          <a:p>
            <a:endParaRPr lang="en-US" sz="2000" dirty="0"/>
          </a:p>
          <a:p>
            <a:r>
              <a:rPr lang="en-US" sz="2000" dirty="0"/>
              <a:t>Limited access to Copilot Studio</a:t>
            </a:r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CE0440FC-6CDF-93D7-E465-F8F38913E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0"/>
            <a:ext cx="8658225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05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150C4-8FF7-9FFC-A1DA-A85B9674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0992-9732-322B-F772-3A75DA06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Democratization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BFBEC-1834-D8C0-5765-0FA85043F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Diversity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As more people rely on the same AI tools, there is an increasing risk that thinking becomes standardized across the organization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agents generated by Lucy are grounded in the owner's own knowledge and reasoning patterns allowing them to act as true extensions of an individual's thinking.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3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92bcd00-5f5c-41ad-8fd9-7aa118906bcf}" enabled="1" method="Standard" siteId="{90ed61fe-5f1b-4123-96ba-241fd24058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201</Words>
  <Application>Microsoft Office PowerPoint</Application>
  <PresentationFormat>Widescreen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Office Theme</vt:lpstr>
      <vt:lpstr>M01 LUCY</vt:lpstr>
      <vt:lpstr>Human-to-agent instruction compiler</vt:lpstr>
      <vt:lpstr>Human-to-agent instruction compiler</vt:lpstr>
      <vt:lpstr>Human-to-agent instruction compiler</vt:lpstr>
      <vt:lpstr>Human-to-agent instruction compiler</vt:lpstr>
      <vt:lpstr>Demo</vt:lpstr>
      <vt:lpstr>AI Democratization</vt:lpstr>
      <vt:lpstr>PowerPoint Presentation</vt:lpstr>
      <vt:lpstr>PowerPoint Presentation</vt:lpstr>
      <vt:lpstr>AI Democratization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Guannan Zhang</dc:creator>
  <cp:lastModifiedBy>Guannan Zhang</cp:lastModifiedBy>
  <cp:revision>3</cp:revision>
  <dcterms:created xsi:type="dcterms:W3CDTF">2026-06-14T22:07:53Z</dcterms:created>
  <dcterms:modified xsi:type="dcterms:W3CDTF">2026-06-15T01:18:15Z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Classified as CPKC Confidential</vt:lpwstr>
  </property>
</Properties>
</file>